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Nanum Myeongjo" panose="020B0604020202020204" charset="-127"/>
      <p:regular r:id="rId4"/>
      <p:bold r:id="rId5"/>
    </p:embeddedFont>
    <p:embeddedFont>
      <p:font typeface="Albert Sans" panose="020B060402020202020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e1b9f7c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3e1b9f7c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 idx="3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4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4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>
            <a:endParaRPr/>
          </a:p>
        </p:txBody>
      </p:sp>
      <p:sp>
        <p:nvSpPr>
          <p:cNvPr id="14" name="Google Shape;14;p2"/>
          <p:cNvSpPr>
            <a:spLocks noGrp="1"/>
          </p:cNvSpPr>
          <p:nvPr>
            <p:ph type="pic" idx="5"/>
          </p:nvPr>
        </p:nvSpPr>
        <p:spPr>
          <a:xfrm>
            <a:off x="228600" y="223475"/>
            <a:ext cx="2857200" cy="2348100"/>
          </a:xfrm>
          <a:prstGeom prst="round2SameRect">
            <a:avLst>
              <a:gd name="adj1" fmla="val 4621"/>
              <a:gd name="adj2" fmla="val 0"/>
            </a:avLst>
          </a:prstGeom>
          <a:noFill/>
          <a:ln>
            <a:noFill/>
          </a:ln>
        </p:spPr>
      </p:sp>
      <p:sp>
        <p:nvSpPr>
          <p:cNvPr id="15" name="Google Shape;15;p2"/>
          <p:cNvSpPr>
            <a:spLocks noGrp="1"/>
          </p:cNvSpPr>
          <p:nvPr>
            <p:ph type="pic" idx="6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name="adj1" fmla="val 5506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List of 4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3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4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5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>
            <a:spLocks noGrp="1"/>
          </p:cNvSpPr>
          <p:nvPr>
            <p:ph type="pic" idx="6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 Purple">
  <p:cSld name="CUSTOM">
    <p:bg>
      <p:bgPr>
        <a:solidFill>
          <a:schemeClr val="lt2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" name="Google Shape;27;p4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 Green">
  <p:cSld name="CUSTOM_5">
    <p:bg>
      <p:bgPr>
        <a:solidFill>
          <a:schemeClr val="accen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 Teal">
  <p:cSld name="CUSTOM_5_1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 Blue">
  <p:cSld name="CUSTOM_5_1_1">
    <p:bg>
      <p:bgPr>
        <a:solidFill>
          <a:schemeClr val="accent4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ll Quote">
  <p:cSld name="CUSTOM_1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5" name="Google Shape;45;p8"/>
          <p:cNvSpPr txBox="1">
            <a:spLocks noGrp="1"/>
          </p:cNvSpPr>
          <p:nvPr>
            <p:ph type="subTitle" idx="1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47" name="Google Shape;47;p8"/>
          <p:cNvSpPr>
            <a:spLocks noGrp="1"/>
          </p:cNvSpPr>
          <p:nvPr>
            <p:ph type="pic" idx="4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name="adj1" fmla="val 3848"/>
              <a:gd name="adj2" fmla="val 0"/>
            </a:avLst>
          </a:prstGeom>
          <a:noFill/>
          <a:ln>
            <a:noFill/>
          </a:ln>
        </p:spPr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Page Image">
  <p:cSld name="CUSTOM_2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>
            <a:spLocks noGrp="1"/>
          </p:cNvSpPr>
          <p:nvPr>
            <p:ph type="pic" idx="2"/>
          </p:nvPr>
        </p:nvSpPr>
        <p:spPr>
          <a:xfrm>
            <a:off x="120000" y="114300"/>
            <a:ext cx="8904000" cy="49149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 + Content">
  <p:cSld name="CUSTOM_3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2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4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>
            <a:spLocks noGrp="1"/>
          </p:cNvSpPr>
          <p:nvPr>
            <p:ph type="pic" idx="5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name="adj" fmla="val 4873"/>
            </a:avLst>
          </a:prstGeom>
          <a:noFill/>
          <a:ln>
            <a:noFill/>
          </a:ln>
        </p:spPr>
      </p:sp>
      <p:sp>
        <p:nvSpPr>
          <p:cNvPr id="58" name="Google Shape;58;p10"/>
          <p:cNvSpPr>
            <a:spLocks noGrp="1"/>
          </p:cNvSpPr>
          <p:nvPr>
            <p:ph type="pic" idx="6"/>
          </p:nvPr>
        </p:nvSpPr>
        <p:spPr>
          <a:xfrm>
            <a:off x="2486554" y="223525"/>
            <a:ext cx="2262600" cy="2348400"/>
          </a:xfrm>
          <a:prstGeom prst="round1Rect">
            <a:avLst>
              <a:gd name="adj" fmla="val 4873"/>
            </a:avLst>
          </a:prstGeom>
          <a:noFill/>
          <a:ln>
            <a:noFill/>
          </a:ln>
        </p:spPr>
      </p:sp>
      <p:sp>
        <p:nvSpPr>
          <p:cNvPr id="59" name="Google Shape;59;p10"/>
          <p:cNvSpPr>
            <a:spLocks noGrp="1"/>
          </p:cNvSpPr>
          <p:nvPr>
            <p:ph type="pic" idx="7"/>
          </p:nvPr>
        </p:nvSpPr>
        <p:spPr>
          <a:xfrm rot="10800000" flipH="1">
            <a:off x="2486554" y="2561290"/>
            <a:ext cx="2262600" cy="2348400"/>
          </a:xfrm>
          <a:prstGeom prst="round1Rect">
            <a:avLst>
              <a:gd name="adj" fmla="val 4873"/>
            </a:avLst>
          </a:prstGeom>
          <a:noFill/>
          <a:ln>
            <a:noFill/>
          </a:ln>
        </p:spPr>
      </p:sp>
      <p:sp>
        <p:nvSpPr>
          <p:cNvPr id="60" name="Google Shape;60;p10"/>
          <p:cNvSpPr>
            <a:spLocks noGrp="1"/>
          </p:cNvSpPr>
          <p:nvPr>
            <p:ph type="pic" idx="8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name="adj" fmla="val 4873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allery">
  <p:cSld name="CUSTOM_3_1">
    <p:bg>
      <p:bgPr>
        <a:solidFill>
          <a:schemeClr val="lt2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>
            <a:spLocks noGrp="1"/>
          </p:cNvSpPr>
          <p:nvPr>
            <p:ph type="pic" idx="2"/>
          </p:nvPr>
        </p:nvSpPr>
        <p:spPr>
          <a:xfrm>
            <a:off x="114275" y="114300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63" name="Google Shape;63;p11"/>
          <p:cNvSpPr>
            <a:spLocks noGrp="1"/>
          </p:cNvSpPr>
          <p:nvPr>
            <p:ph type="pic" idx="3"/>
          </p:nvPr>
        </p:nvSpPr>
        <p:spPr>
          <a:xfrm>
            <a:off x="3117080" y="114300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64" name="Google Shape;64;p11"/>
          <p:cNvSpPr>
            <a:spLocks noGrp="1"/>
          </p:cNvSpPr>
          <p:nvPr>
            <p:ph type="pic" idx="4"/>
          </p:nvPr>
        </p:nvSpPr>
        <p:spPr>
          <a:xfrm>
            <a:off x="114275" y="2604796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65" name="Google Shape;65;p11"/>
          <p:cNvSpPr>
            <a:spLocks noGrp="1"/>
          </p:cNvSpPr>
          <p:nvPr>
            <p:ph type="pic" idx="5"/>
          </p:nvPr>
        </p:nvSpPr>
        <p:spPr>
          <a:xfrm>
            <a:off x="3117080" y="2604796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66" name="Google Shape;66;p11"/>
          <p:cNvSpPr>
            <a:spLocks noGrp="1"/>
          </p:cNvSpPr>
          <p:nvPr>
            <p:ph type="pic" idx="6"/>
          </p:nvPr>
        </p:nvSpPr>
        <p:spPr>
          <a:xfrm>
            <a:off x="6109898" y="114300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67" name="Google Shape;67;p11"/>
          <p:cNvSpPr>
            <a:spLocks noGrp="1"/>
          </p:cNvSpPr>
          <p:nvPr>
            <p:ph type="pic" idx="7"/>
          </p:nvPr>
        </p:nvSpPr>
        <p:spPr>
          <a:xfrm>
            <a:off x="6109898" y="2604796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">
  <p:cSld name="CUSTOM_4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4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2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">
  <p:cSld name="CUSTOM_4_1"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4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2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" name="Google Shape;79;p13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Problem">
  <p:cSld name="CUSTOM_6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 b="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 idx="3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4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s &amp; Benefits">
  <p:cSld name="CUSTOM_7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ubTitle" idx="2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3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4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ubTitle" idx="5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6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7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8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9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3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4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>
            <a:spLocks noGrp="1"/>
          </p:cNvSpPr>
          <p:nvPr>
            <p:ph type="pic" idx="15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e Graph">
  <p:cSld name="CUSTOM_8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6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3" name="Google Shape;103;p16"/>
          <p:cNvSpPr txBox="1">
            <a:spLocks noGrp="1"/>
          </p:cNvSpPr>
          <p:nvPr>
            <p:ph type="subTitle" idx="1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e Graph">
  <p:cSld name="CUSTOM_8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subTitle" idx="1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17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Solution">
  <p:cSld name="CUSTOM_9">
    <p:bg>
      <p:bgPr>
        <a:solidFill>
          <a:schemeClr val="accen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name="adj" fmla="val 26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1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title" idx="2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>
            <a:spLocks noGrp="1"/>
          </p:cNvSpPr>
          <p:nvPr>
            <p:ph type="pic" idx="4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y It Works">
  <p:cSld name="CUSTOM_9_1">
    <p:bg>
      <p:bgPr>
        <a:solidFill>
          <a:schemeClr val="accen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name="adj" fmla="val 26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9"/>
          <p:cNvSpPr>
            <a:spLocks noGrp="1"/>
          </p:cNvSpPr>
          <p:nvPr>
            <p:ph type="pic" idx="2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name="adj1" fmla="val 2860"/>
              <a:gd name="adj2" fmla="val 0"/>
            </a:avLst>
          </a:prstGeom>
          <a:noFill/>
          <a:ln>
            <a:noFill/>
          </a:ln>
        </p:spPr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Audience Venn Diagram">
  <p:cSld name="CUSTOM_10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title" idx="2"/>
          </p:nvPr>
        </p:nvSpPr>
        <p:spPr>
          <a:xfrm>
            <a:off x="956150" y="39420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26" name="Google Shape;126;p20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of 3 Concepts">
  <p:cSld name="CUSTOM_11">
    <p:bg>
      <p:bgPr>
        <a:solidFill>
          <a:schemeClr val="accent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name="adj" fmla="val 26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body" idx="1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2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3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4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5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6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>
            <a:spLocks noGrp="1"/>
          </p:cNvSpPr>
          <p:nvPr>
            <p:ph type="pic" idx="7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of 6 Concepts">
  <p:cSld name="CUSTOM_11_1">
    <p:bg>
      <p:bgPr>
        <a:solidFill>
          <a:schemeClr val="accent2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name="adj" fmla="val 26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subTitle" idx="1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ubTitle" idx="2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subTitle" idx="3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5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6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7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body" idx="8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9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3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14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15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22"/>
          <p:cNvSpPr>
            <a:spLocks noGrp="1"/>
          </p:cNvSpPr>
          <p:nvPr>
            <p:ph type="pic" idx="16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Graph">
  <p:cSld name="CUSTOM_1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subTitle" idx="1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title" idx="2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r Graph">
  <p:cSld name="CUSTOM_13">
    <p:bg>
      <p:bgPr>
        <a:solidFill>
          <a:schemeClr val="accent2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name="adj" fmla="val 33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subTitle" idx="1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subTitle" idx="2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sz="1400" b="1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title" idx="3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sz="1400" b="1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>
            <a:spLocks noGrp="1"/>
          </p:cNvSpPr>
          <p:nvPr>
            <p:ph type="pic" idx="5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or Landscape">
  <p:cSld name="CUSTOM_14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>
            <a:spLocks noGrp="1"/>
          </p:cNvSpPr>
          <p:nvPr>
            <p:ph type="body" idx="1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body" idx="2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body" idx="3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4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title" idx="5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title" idx="6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sz="1400" b="1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25"/>
          <p:cNvSpPr>
            <a:spLocks noGrp="1"/>
          </p:cNvSpPr>
          <p:nvPr>
            <p:ph type="pic" idx="7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5" name="Google Shape;175;p25"/>
          <p:cNvSpPr>
            <a:spLocks noGrp="1"/>
          </p:cNvSpPr>
          <p:nvPr>
            <p:ph type="pic" idx="8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6" name="Google Shape;176;p25"/>
          <p:cNvSpPr>
            <a:spLocks noGrp="1"/>
          </p:cNvSpPr>
          <p:nvPr>
            <p:ph type="pic" idx="9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7" name="Google Shape;177;p25"/>
          <p:cNvSpPr>
            <a:spLocks noGrp="1"/>
          </p:cNvSpPr>
          <p:nvPr>
            <p:ph type="pic" idx="13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25"/>
          <p:cNvSpPr>
            <a:spLocks noGrp="1"/>
          </p:cNvSpPr>
          <p:nvPr>
            <p:ph type="pic" idx="14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25"/>
          <p:cNvSpPr>
            <a:spLocks noGrp="1"/>
          </p:cNvSpPr>
          <p:nvPr>
            <p:ph type="pic" idx="15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p25"/>
          <p:cNvSpPr txBox="1">
            <a:spLocks noGrp="1"/>
          </p:cNvSpPr>
          <p:nvPr>
            <p:ph type="title" idx="16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 idx="17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title" idx="18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title" idx="19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0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21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22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>
            <a:spLocks noGrp="1"/>
          </p:cNvSpPr>
          <p:nvPr>
            <p:ph type="pic" idx="2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Content">
  <p:cSld name="CUSTOM_15">
    <p:bg>
      <p:bgPr>
        <a:solidFill>
          <a:schemeClr val="lt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name="adj1" fmla="val 3491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2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>
            <a:spLocks noGrp="1"/>
          </p:cNvSpPr>
          <p:nvPr>
            <p:ph type="pic" idx="4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Phone + Desktop">
  <p:cSld name="CUSTOM_16"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name="adj1" fmla="val 3196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7"/>
          <p:cNvSpPr>
            <a:spLocks noGrp="1"/>
          </p:cNvSpPr>
          <p:nvPr>
            <p:ph type="pic" idx="2"/>
          </p:nvPr>
        </p:nvSpPr>
        <p:spPr>
          <a:xfrm>
            <a:off x="3768625" y="934850"/>
            <a:ext cx="4630500" cy="2606700"/>
          </a:xfrm>
          <a:prstGeom prst="roundRect">
            <a:avLst>
              <a:gd name="adj" fmla="val 1120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27"/>
          <p:cNvSpPr>
            <a:spLocks noGrp="1"/>
          </p:cNvSpPr>
          <p:nvPr>
            <p:ph type="pic" idx="3"/>
          </p:nvPr>
        </p:nvSpPr>
        <p:spPr>
          <a:xfrm>
            <a:off x="81285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7"/>
          <p:cNvSpPr>
            <a:spLocks noGrp="1"/>
          </p:cNvSpPr>
          <p:nvPr>
            <p:ph type="pic" idx="4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Desktop">
  <p:cSld name="CUSTOM_16_2"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name="adj1" fmla="val 319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8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name="adj1" fmla="val 525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8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5" name="Google Shape;205;p28"/>
          <p:cNvSpPr>
            <a:spLocks noGrp="1"/>
          </p:cNvSpPr>
          <p:nvPr>
            <p:ph type="pic" idx="3"/>
          </p:nvPr>
        </p:nvSpPr>
        <p:spPr>
          <a:xfrm>
            <a:off x="1931050" y="789375"/>
            <a:ext cx="5281800" cy="2973300"/>
          </a:xfrm>
          <a:prstGeom prst="roundRect">
            <a:avLst>
              <a:gd name="adj" fmla="val 1120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3 Phone">
  <p:cSld name="CUSTOM_16_1"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name="adj1" fmla="val 319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9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name="adj1" fmla="val 525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9"/>
          <p:cNvSpPr>
            <a:spLocks noGrp="1"/>
          </p:cNvSpPr>
          <p:nvPr>
            <p:ph type="pic" idx="2"/>
          </p:nvPr>
        </p:nvSpPr>
        <p:spPr>
          <a:xfrm>
            <a:off x="81285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29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29"/>
          <p:cNvSpPr>
            <a:spLocks noGrp="1"/>
          </p:cNvSpPr>
          <p:nvPr>
            <p:ph type="pic" idx="4"/>
          </p:nvPr>
        </p:nvSpPr>
        <p:spPr>
          <a:xfrm>
            <a:off x="376500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29"/>
          <p:cNvSpPr>
            <a:spLocks noGrp="1"/>
          </p:cNvSpPr>
          <p:nvPr>
            <p:ph type="pic" idx="5"/>
          </p:nvPr>
        </p:nvSpPr>
        <p:spPr>
          <a:xfrm>
            <a:off x="671715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Tablet">
  <p:cSld name="CUSTOM_16_2_1"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name="adj1" fmla="val 319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0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name="adj1" fmla="val 525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0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30"/>
          <p:cNvSpPr>
            <a:spLocks noGrp="1"/>
          </p:cNvSpPr>
          <p:nvPr>
            <p:ph type="pic" idx="3"/>
          </p:nvPr>
        </p:nvSpPr>
        <p:spPr>
          <a:xfrm>
            <a:off x="1988050" y="627575"/>
            <a:ext cx="5167800" cy="3888300"/>
          </a:xfrm>
          <a:prstGeom prst="roundRect">
            <a:avLst>
              <a:gd name="adj" fmla="val 4099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s Phone + Tablet">
  <p:cSld name="CUSTOM_16_1_1"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>
            <a:spLocks noGrp="1"/>
          </p:cNvSpPr>
          <p:nvPr>
            <p:ph type="pic" idx="2"/>
          </p:nvPr>
        </p:nvSpPr>
        <p:spPr>
          <a:xfrm>
            <a:off x="81285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31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1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31"/>
          <p:cNvSpPr>
            <a:spLocks noGrp="1"/>
          </p:cNvSpPr>
          <p:nvPr>
            <p:ph type="pic" idx="4"/>
          </p:nvPr>
        </p:nvSpPr>
        <p:spPr>
          <a:xfrm>
            <a:off x="3874125" y="866550"/>
            <a:ext cx="4531500" cy="3409500"/>
          </a:xfrm>
          <a:prstGeom prst="roundRect">
            <a:avLst>
              <a:gd name="adj" fmla="val 4099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17">
    <p:bg>
      <p:bgPr>
        <a:solidFill>
          <a:schemeClr val="lt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subTitle" idx="1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2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7" name="Google Shape;227;p32"/>
          <p:cNvSpPr txBox="1">
            <a:spLocks noGrp="1"/>
          </p:cNvSpPr>
          <p:nvPr>
            <p:ph type="subTitle" idx="2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title" idx="3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Pullquote">
  <p:cSld name="CUSTOM_18">
    <p:bg>
      <p:bgPr>
        <a:solidFill>
          <a:schemeClr val="accent2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>
            <a:spLocks noGrp="1"/>
          </p:cNvSpPr>
          <p:nvPr>
            <p:ph type="subTitle" idx="1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3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name="adj" fmla="val 33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sz="36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3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7" name="Google Shape;237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8" name="Google Shape;23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1" name="Google Shape;2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9" name="Google Shape;249;p3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6" name="Google Shape;256;p3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7" name="Google Shape;257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60" name="Google Shape;26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4" name="Google Shape;264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65" name="Google Shape;265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269" name="Google Shape;269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2" name="Google Shape;272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3" name="Google Shape;273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1" name="Google Shape;281;p4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4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3" name="Google Shape;283;p4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4" name="Google Shape;284;p4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8" name="Google Shape;288;p4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3" name="Google Shape;293;p4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4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5" name="Google Shape;295;p4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6" name="Google Shape;296;p4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4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0" name="Google Shape;300;p4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4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2" name="Google Shape;302;p4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3" name="Google Shape;303;p4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4" name="Google Shape;304;p4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5" name="Google Shape;305;p4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4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9" name="Google Shape;309;p4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0" name="Google Shape;310;p4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1" name="Google Shape;311;p4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2" name="Google Shape;312;p4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13" name="Google Shape;313;p4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4" name="Google Shape;314;p4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5" name="Google Shape;315;p4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6" name="Google Shape;316;p4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5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3" name="Google Shape;323;p5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5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5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6" name="Google Shape;326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5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9" name="Google Shape;329;p5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2" name="Google Shape;332;p5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5" name="Google Shape;335;p5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7" name="Google Shape;337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5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0" name="Google Shape;340;p5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1" name="Google Shape;341;p5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_2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5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5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5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5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5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youtu.be/WJrN7AD4A4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hyperlink" Target="http://www.youtube.com/watch?v=WJrN7AD4A4s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5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362" name="Google Shape;362;p55"/>
          <p:cNvSpPr txBox="1">
            <a:spLocks noGrp="1"/>
          </p:cNvSpPr>
          <p:nvPr>
            <p:ph type="title" idx="3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 3025</a:t>
            </a:r>
            <a:endParaRPr/>
          </a:p>
        </p:txBody>
      </p:sp>
      <p:sp>
        <p:nvSpPr>
          <p:cNvPr id="363" name="Google Shape;363;p55"/>
          <p:cNvSpPr txBox="1">
            <a:spLocks noGrp="1"/>
          </p:cNvSpPr>
          <p:nvPr>
            <p:ph type="title"/>
          </p:nvPr>
        </p:nvSpPr>
        <p:spPr>
          <a:xfrm>
            <a:off x="3780300" y="889050"/>
            <a:ext cx="4989000" cy="18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OMDb Mobile App</a:t>
            </a:r>
            <a:endParaRPr/>
          </a:p>
        </p:txBody>
      </p:sp>
      <p:sp>
        <p:nvSpPr>
          <p:cNvPr id="364" name="Google Shape;364;p55"/>
          <p:cNvSpPr txBox="1">
            <a:spLocks noGrp="1"/>
          </p:cNvSpPr>
          <p:nvPr>
            <p:ph type="subTitle" idx="1"/>
          </p:nvPr>
        </p:nvSpPr>
        <p:spPr>
          <a:xfrm>
            <a:off x="3860100" y="2946975"/>
            <a:ext cx="4677600" cy="9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Alessio Schiavi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200506861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/>
              <a:t>COMP3025-25W-21399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/>
              <a:t>25W Mobile and Pervasive Computing - 01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/>
              <a:t>Assignment 2 - OMDb Mobile Application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365" name="Google Shape;365;p55" descr="Hexagonal icon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6732" b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id="366" name="Google Shape;366;p55" title="IMG-8917.png"/>
          <p:cNvPicPr preferRelativeResize="0">
            <a:picLocks noGrp="1"/>
          </p:cNvPicPr>
          <p:nvPr>
            <p:ph type="pic" idx="6"/>
          </p:nvPr>
        </p:nvPicPr>
        <p:blipFill rotWithShape="1">
          <a:blip r:embed="rId4">
            <a:alphaModFix/>
          </a:blip>
          <a:srcRect t="9773" b="9782"/>
          <a:stretch/>
        </p:blipFill>
        <p:spPr>
          <a:xfrm rot="16200000">
            <a:off x="487017" y="2562607"/>
            <a:ext cx="2277471" cy="2038902"/>
          </a:xfrm>
          <a:prstGeom prst="round2SameRect">
            <a:avLst>
              <a:gd name="adj1" fmla="val 0"/>
              <a:gd name="adj2" fmla="val 6437"/>
            </a:avLst>
          </a:prstGeom>
        </p:spPr>
      </p:pic>
      <p:sp>
        <p:nvSpPr>
          <p:cNvPr id="367" name="Google Shape;367;p55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8" name="Google Shape;368;p55"/>
          <p:cNvSpPr txBox="1">
            <a:spLocks noGrp="1"/>
          </p:cNvSpPr>
          <p:nvPr>
            <p:ph type="sldNum" idx="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1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69" name="Google Shape;369;p55" title="A2Schiavi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662" y="577500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5"/>
          <p:cNvSpPr txBox="1">
            <a:spLocks noGrp="1"/>
          </p:cNvSpPr>
          <p:nvPr>
            <p:ph type="subTitle" idx="1"/>
          </p:nvPr>
        </p:nvSpPr>
        <p:spPr>
          <a:xfrm>
            <a:off x="3860100" y="3932475"/>
            <a:ext cx="4677600" cy="9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Alternative URL: </a:t>
            </a:r>
            <a:r>
              <a:rPr lang="en" b="1" u="sng">
                <a:solidFill>
                  <a:schemeClr val="hlink"/>
                </a:solidFill>
                <a:hlinkClick r:id="rId7"/>
              </a:rPr>
              <a:t>https://youtu.be/WJrN7AD4A4s</a:t>
            </a:r>
            <a:r>
              <a:rPr lang="en" b="1"/>
              <a:t>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On-screen Show (16:9)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Nanum Myeongjo</vt:lpstr>
      <vt:lpstr>Albert Sans</vt:lpstr>
      <vt:lpstr>Arial</vt:lpstr>
      <vt:lpstr>Sales Pitch</vt:lpstr>
      <vt:lpstr>COMP 3025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Alessio Schiavi</cp:lastModifiedBy>
  <cp:revision>1</cp:revision>
  <dcterms:modified xsi:type="dcterms:W3CDTF">2025-03-28T23:54:23Z</dcterms:modified>
</cp:coreProperties>
</file>